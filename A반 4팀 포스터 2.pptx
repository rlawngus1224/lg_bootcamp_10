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4"/>
  </p:notesMasterIdLst>
  <p:sldIdLst>
    <p:sldId id="260" r:id="rId2"/>
    <p:sldId id="261" r:id="rId3"/>
  </p:sldIdLst>
  <p:sldSz cx="6858000" cy="9906000" type="A4"/>
  <p:notesSz cx="9875838" cy="17556163"/>
  <p:embeddedFontLst>
    <p:embeddedFont>
      <p:font typeface="LG스마트체 Bold" panose="020B0600000101010101" pitchFamily="50" charset="-127"/>
      <p:bold r:id="rId5"/>
    </p:embeddedFont>
    <p:embeddedFont>
      <p:font typeface="LG스마트체2.0 Light" panose="020B0600000101010101" pitchFamily="50" charset="-127"/>
      <p:regular r:id="rId6"/>
    </p:embeddedFont>
    <p:embeddedFont>
      <p:font typeface="LG스마트체2.0 Regular" panose="020B0600000101010101" pitchFamily="50" charset="-127"/>
      <p:regular r:id="rId7"/>
    </p:embeddedFont>
    <p:embeddedFont>
      <p:font typeface="맑은 고딕" panose="020B0503020000020004" pitchFamily="50" charset="-127"/>
      <p:regular r:id="rId8"/>
      <p:bold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940" autoAdjust="0"/>
  </p:normalViewPr>
  <p:slideViewPr>
    <p:cSldViewPr snapToGrid="0" snapToObjects="1">
      <p:cViewPr>
        <p:scale>
          <a:sx n="66" d="100"/>
          <a:sy n="66" d="100"/>
        </p:scale>
        <p:origin x="1060" y="-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284C96A-4447-1358-8F2B-C01FAA189759}"/>
              </a:ext>
            </a:extLst>
          </p:cNvPr>
          <p:cNvSpPr/>
          <p:nvPr userDrawn="1"/>
        </p:nvSpPr>
        <p:spPr>
          <a:xfrm>
            <a:off x="-124" y="22860"/>
            <a:ext cx="6858124" cy="5257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832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97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3E9B832-B532-4D65-AB38-630B5BDCEC37}"/>
              </a:ext>
            </a:extLst>
          </p:cNvPr>
          <p:cNvSpPr/>
          <p:nvPr/>
        </p:nvSpPr>
        <p:spPr>
          <a:xfrm>
            <a:off x="0" y="545166"/>
            <a:ext cx="6858000" cy="93608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4200" y="83501"/>
            <a:ext cx="641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solidFill>
                  <a:schemeClr val="bg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SynQ</a:t>
            </a:r>
            <a:r>
              <a:rPr lang="en-US" altLang="ko-KR" sz="20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: Sync Cue</a:t>
            </a:r>
            <a:endParaRPr lang="ko-KR" altLang="en-US" sz="20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7563F2B-2275-41BC-93DF-7FDED7E0A05A}"/>
              </a:ext>
            </a:extLst>
          </p:cNvPr>
          <p:cNvSpPr/>
          <p:nvPr/>
        </p:nvSpPr>
        <p:spPr>
          <a:xfrm>
            <a:off x="234200" y="1033796"/>
            <a:ext cx="6410440" cy="4619921"/>
          </a:xfrm>
          <a:prstGeom prst="roundRect">
            <a:avLst>
              <a:gd name="adj" fmla="val 5541"/>
            </a:avLst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E36F25-9519-42FD-AD93-0118FAE3EF43}"/>
              </a:ext>
            </a:extLst>
          </p:cNvPr>
          <p:cNvSpPr txBox="1"/>
          <p:nvPr/>
        </p:nvSpPr>
        <p:spPr>
          <a:xfrm>
            <a:off x="2471405" y="613664"/>
            <a:ext cx="42017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A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반 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4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팀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 (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김주현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,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정지우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, </a:t>
            </a:r>
            <a:r>
              <a:rPr lang="ko-KR" altLang="en-US" sz="1600" b="1" dirty="0" err="1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정현오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,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홍민기 연구원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)</a:t>
            </a:r>
            <a:endParaRPr lang="ko-KR" altLang="en-US" sz="1600" b="1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ABD48F-6BF5-4B8E-B027-E939D208A3FF}"/>
              </a:ext>
            </a:extLst>
          </p:cNvPr>
          <p:cNvSpPr/>
          <p:nvPr/>
        </p:nvSpPr>
        <p:spPr>
          <a:xfrm>
            <a:off x="423905" y="901137"/>
            <a:ext cx="1701800" cy="36933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프로젝트 개요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1DAE44-FD2D-46A2-BA1B-847893A8C2BF}"/>
              </a:ext>
            </a:extLst>
          </p:cNvPr>
          <p:cNvSpPr txBox="1"/>
          <p:nvPr/>
        </p:nvSpPr>
        <p:spPr>
          <a:xfrm>
            <a:off x="464804" y="1352046"/>
            <a:ext cx="5974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사용자 위치 기반의 저</a:t>
            </a:r>
            <a:r>
              <a:rPr lang="en-US" altLang="ko-KR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/</a:t>
            </a:r>
            <a:r>
              <a:rPr lang="ko-KR" altLang="en-US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고음 강조 기능</a:t>
            </a:r>
            <a:r>
              <a:rPr lang="ko-KR" altLang="en-US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을 갖춘 실시간 </a:t>
            </a:r>
            <a:r>
              <a:rPr lang="en-US" altLang="ko-KR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Synchronous multi-audio player </a:t>
            </a:r>
            <a:r>
              <a:rPr lang="ko-KR" altLang="en-US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개발</a:t>
            </a:r>
            <a:endParaRPr lang="en-US" altLang="ko-KR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C711FB5-4EEC-497F-8359-9A2405381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04" y="2079955"/>
            <a:ext cx="6014994" cy="3457246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667A53F-E82E-4BD7-9AE2-380C07D67A82}"/>
              </a:ext>
            </a:extLst>
          </p:cNvPr>
          <p:cNvSpPr/>
          <p:nvPr/>
        </p:nvSpPr>
        <p:spPr>
          <a:xfrm>
            <a:off x="234200" y="5971967"/>
            <a:ext cx="6410440" cy="3718133"/>
          </a:xfrm>
          <a:prstGeom prst="roundRect">
            <a:avLst>
              <a:gd name="adj" fmla="val 5541"/>
            </a:avLst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030DFD3-A426-4952-8842-2475420A5855}"/>
              </a:ext>
            </a:extLst>
          </p:cNvPr>
          <p:cNvSpPr/>
          <p:nvPr/>
        </p:nvSpPr>
        <p:spPr>
          <a:xfrm>
            <a:off x="423905" y="5839308"/>
            <a:ext cx="1701800" cy="36933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핵심 기술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565D58-D4EE-411B-8BDF-F08B29185501}"/>
              </a:ext>
            </a:extLst>
          </p:cNvPr>
          <p:cNvSpPr txBox="1"/>
          <p:nvPr/>
        </p:nvSpPr>
        <p:spPr>
          <a:xfrm>
            <a:off x="441952" y="6357639"/>
            <a:ext cx="597409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WiFi</a:t>
            </a:r>
            <a:r>
              <a:rPr lang="en-US" altLang="ko-KR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 / </a:t>
            </a:r>
            <a:r>
              <a:rPr lang="ko-KR" altLang="en-US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초음파 센서 </a:t>
            </a:r>
            <a:r>
              <a:rPr lang="en-US" altLang="ko-KR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/ </a:t>
            </a:r>
            <a:r>
              <a:rPr lang="ko-KR" altLang="en-US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오디오 제어를 위한 </a:t>
            </a:r>
            <a:r>
              <a:rPr lang="en-US" altLang="ko-KR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kernel </a:t>
            </a:r>
            <a:r>
              <a:rPr lang="ko-KR" altLang="en-US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및 </a:t>
            </a:r>
            <a:r>
              <a:rPr lang="en-US" altLang="ko-KR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driver / module porting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6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AP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모드 </a:t>
            </a:r>
            <a:r>
              <a:rPr lang="ko-KR" altLang="en-US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활성화를 통한 서버 중심의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다대일 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local network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구축</a:t>
            </a:r>
            <a:endParaRPr lang="en-US" altLang="ko-KR" sz="1600" b="1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600" b="1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타임 스탬프 기반의 쌍방 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latency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측정</a:t>
            </a:r>
            <a:r>
              <a:rPr lang="ko-KR" altLang="en-US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을 통한 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Synchronize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600" b="1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초음파 센서</a:t>
            </a:r>
            <a:r>
              <a:rPr lang="ko-KR" altLang="en-US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를 이용한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거리 측정</a:t>
            </a:r>
            <a:endParaRPr lang="en-US" altLang="ko-KR" sz="1600" b="1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600" b="1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음원 채널 분리</a:t>
            </a:r>
            <a:r>
              <a:rPr lang="ko-KR" altLang="en-US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를 통한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저음 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/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고음 분리</a:t>
            </a:r>
            <a:r>
              <a:rPr lang="ko-KR" altLang="en-US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 및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다중 포트</a:t>
            </a:r>
            <a:r>
              <a:rPr lang="ko-KR" altLang="en-US" sz="16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 사용을 통한 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client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별 전송</a:t>
            </a:r>
            <a:endParaRPr lang="en-US" altLang="ko-KR" sz="1600" b="1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430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3E9B832-B532-4D65-AB38-630B5BDCEC37}"/>
              </a:ext>
            </a:extLst>
          </p:cNvPr>
          <p:cNvSpPr/>
          <p:nvPr/>
        </p:nvSpPr>
        <p:spPr>
          <a:xfrm>
            <a:off x="0" y="545166"/>
            <a:ext cx="6858000" cy="93608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4200" y="83501"/>
            <a:ext cx="641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solidFill>
                  <a:schemeClr val="bg1"/>
                </a:solidFill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SynQ</a:t>
            </a:r>
            <a:r>
              <a:rPr lang="en-US" altLang="ko-KR" sz="20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: Sync Cue</a:t>
            </a:r>
            <a:endParaRPr lang="ko-KR" altLang="en-US" sz="20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7563F2B-2275-41BC-93DF-7FDED7E0A05A}"/>
              </a:ext>
            </a:extLst>
          </p:cNvPr>
          <p:cNvSpPr/>
          <p:nvPr/>
        </p:nvSpPr>
        <p:spPr>
          <a:xfrm>
            <a:off x="234200" y="1109996"/>
            <a:ext cx="6410440" cy="4274804"/>
          </a:xfrm>
          <a:prstGeom prst="roundRect">
            <a:avLst>
              <a:gd name="adj" fmla="val 5541"/>
            </a:avLst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E36F25-9519-42FD-AD93-0118FAE3EF43}"/>
              </a:ext>
            </a:extLst>
          </p:cNvPr>
          <p:cNvSpPr txBox="1"/>
          <p:nvPr/>
        </p:nvSpPr>
        <p:spPr>
          <a:xfrm>
            <a:off x="2471405" y="613664"/>
            <a:ext cx="42017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A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반 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4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팀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 (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김주현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,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정지우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, </a:t>
            </a:r>
            <a:r>
              <a:rPr lang="ko-KR" altLang="en-US" sz="1600" b="1" dirty="0" err="1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정현오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, </a:t>
            </a:r>
            <a:r>
              <a:rPr lang="ko-KR" altLang="en-US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홍민기 연구원</a:t>
            </a:r>
            <a:r>
              <a:rPr lang="en-US" altLang="ko-KR" sz="16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)</a:t>
            </a:r>
            <a:endParaRPr lang="ko-KR" altLang="en-US" sz="1600" b="1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ABD48F-6BF5-4B8E-B027-E939D208A3FF}"/>
              </a:ext>
            </a:extLst>
          </p:cNvPr>
          <p:cNvSpPr/>
          <p:nvPr/>
        </p:nvSpPr>
        <p:spPr>
          <a:xfrm>
            <a:off x="1418452" y="987810"/>
            <a:ext cx="4021095" cy="338554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synQ</a:t>
            </a:r>
            <a:r>
              <a:rPr lang="en-US" altLang="ko-KR" b="1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100% </a:t>
            </a:r>
            <a:r>
              <a:rPr lang="ko-KR" altLang="en-US" b="1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즐기기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628618-C138-4BE8-B329-A0C176F4B8E9}"/>
              </a:ext>
            </a:extLst>
          </p:cNvPr>
          <p:cNvSpPr txBox="1"/>
          <p:nvPr/>
        </p:nvSpPr>
        <p:spPr>
          <a:xfrm>
            <a:off x="441952" y="1582439"/>
            <a:ext cx="597409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원하는 음악을 선택하고 재생해보세요</a:t>
            </a:r>
            <a:r>
              <a:rPr lang="en-US" altLang="ko-KR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!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다중 오디오 및 채널 분리를 통한 풍부한 음향으로 음악을 감상하세요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!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직접 원하는 음악을 골라보세요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가까이 다가가보세요</a:t>
            </a:r>
            <a:r>
              <a:rPr lang="en-US" altLang="ko-KR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!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마치 페스티벌에 온 듯한 베이스 진동을 느껴보세요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!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가까워질수록 저음이 강조됩니다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스피커와 </a:t>
            </a:r>
            <a:r>
              <a:rPr lang="ko-KR" altLang="en-US" b="1" dirty="0" err="1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멀어져보세요</a:t>
            </a:r>
            <a:r>
              <a:rPr lang="en-US" altLang="ko-KR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!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멀리서도 선명한 노래를 즐겨보세요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!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멀어질수록 고음이 강조됩니다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9F924E8-45F1-4E10-805C-B74E25B625BF}"/>
              </a:ext>
            </a:extLst>
          </p:cNvPr>
          <p:cNvSpPr/>
          <p:nvPr/>
        </p:nvSpPr>
        <p:spPr>
          <a:xfrm>
            <a:off x="234200" y="5692751"/>
            <a:ext cx="6410440" cy="3933849"/>
          </a:xfrm>
          <a:prstGeom prst="roundRect">
            <a:avLst>
              <a:gd name="adj" fmla="val 5541"/>
            </a:avLst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843FE68-814F-467D-888B-796AEAECCC75}"/>
              </a:ext>
            </a:extLst>
          </p:cNvPr>
          <p:cNvSpPr/>
          <p:nvPr/>
        </p:nvSpPr>
        <p:spPr>
          <a:xfrm>
            <a:off x="1418452" y="5570565"/>
            <a:ext cx="4021095" cy="311551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Members</a:t>
            </a:r>
            <a:endParaRPr lang="ko-KR" altLang="en-US" b="1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1D62EE7-A4CA-4522-B373-F080DB601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14" y="6176690"/>
            <a:ext cx="992044" cy="1332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27976AD-03D8-4716-BF22-8D55504DF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14" y="7816641"/>
            <a:ext cx="1042179" cy="1332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548878F-D195-4606-B2B0-E38396DE5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508" y="6157900"/>
            <a:ext cx="1053575" cy="133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8299B7E-755D-49BF-83FB-473C51C29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508" y="7816641"/>
            <a:ext cx="1033558" cy="1332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58C629A-992A-49B0-850F-4E59F6E67858}"/>
              </a:ext>
            </a:extLst>
          </p:cNvPr>
          <p:cNvSpPr txBox="1"/>
          <p:nvPr/>
        </p:nvSpPr>
        <p:spPr>
          <a:xfrm>
            <a:off x="1692593" y="6211802"/>
            <a:ext cx="30230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김주현 연구원 </a:t>
            </a:r>
            <a:r>
              <a:rPr lang="en-US" altLang="ko-KR" sz="14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/ 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초음파 센서</a:t>
            </a:r>
            <a:endParaRPr lang="en-US" altLang="ko-KR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음원 채널 분리</a:t>
            </a:r>
            <a:endParaRPr lang="en-US" altLang="ko-KR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APP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75487E-82C8-4DC8-A766-EA0C1C15F9A3}"/>
              </a:ext>
            </a:extLst>
          </p:cNvPr>
          <p:cNvSpPr txBox="1"/>
          <p:nvPr/>
        </p:nvSpPr>
        <p:spPr>
          <a:xfrm>
            <a:off x="1692593" y="7796354"/>
            <a:ext cx="30230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정지우 연구원 </a:t>
            </a:r>
            <a:r>
              <a:rPr lang="en-US" altLang="ko-KR" sz="14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/ VS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APP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804537-93D4-4560-A8B3-29B207142B65}"/>
              </a:ext>
            </a:extLst>
          </p:cNvPr>
          <p:cNvSpPr txBox="1"/>
          <p:nvPr/>
        </p:nvSpPr>
        <p:spPr>
          <a:xfrm>
            <a:off x="4629020" y="6209258"/>
            <a:ext cx="16863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b="1" dirty="0" err="1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정현오</a:t>
            </a:r>
            <a:r>
              <a:rPr lang="ko-KR" altLang="en-US" sz="14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 연구원 </a:t>
            </a:r>
            <a:r>
              <a:rPr lang="en-US" altLang="ko-KR" sz="14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/ 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Wi-Fi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Local NW </a:t>
            </a:r>
            <a:r>
              <a:rPr lang="ko-KR" altLang="en-US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제어</a:t>
            </a:r>
            <a:endParaRPr lang="en-US" altLang="ko-KR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D41D04-CAEA-4D76-B878-46F9FDB6BFDB}"/>
              </a:ext>
            </a:extLst>
          </p:cNvPr>
          <p:cNvSpPr txBox="1"/>
          <p:nvPr/>
        </p:nvSpPr>
        <p:spPr>
          <a:xfrm>
            <a:off x="4619394" y="7796354"/>
            <a:ext cx="20538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홍민기 연구원 </a:t>
            </a:r>
            <a:r>
              <a:rPr lang="en-US" altLang="ko-KR" sz="1400" b="1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/ 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Audio Synchronize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Open source porting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ko-KR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5021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553</TotalTime>
  <Words>192</Words>
  <Application>Microsoft Office PowerPoint</Application>
  <PresentationFormat>A4 용지(210x297mm)</PresentationFormat>
  <Paragraphs>42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Calibri Light</vt:lpstr>
      <vt:lpstr>LG스마트체2.0 Regular</vt:lpstr>
      <vt:lpstr>LG스마트체2.0 Light</vt:lpstr>
      <vt:lpstr>Calibri</vt:lpstr>
      <vt:lpstr>Arial</vt:lpstr>
      <vt:lpstr>LG스마트체 Bold</vt:lpstr>
      <vt:lpstr>맑은 고딕</vt:lpstr>
      <vt:lpstr>Office 테마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Reskilling 오리엔테이션</dc:title>
  <dc:subject>Presentation</dc:subject>
  <dc:creator>mangoboard.net_22081255</dc:creator>
  <cp:lastModifiedBy>정현오/연구원/webOS커넥티비티SW개발팀</cp:lastModifiedBy>
  <cp:revision>41</cp:revision>
  <dcterms:created xsi:type="dcterms:W3CDTF">2022-12-09T16:47:26Z</dcterms:created>
  <dcterms:modified xsi:type="dcterms:W3CDTF">2025-07-09T08:14:32Z</dcterms:modified>
</cp:coreProperties>
</file>